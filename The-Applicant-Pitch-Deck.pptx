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F5B80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5400" b="1" dirty="0">
                <a:solidFill>
                  <a:srgbClr val="F5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B3C9"/>
                </a:solidFill>
              </a:rPr>
              <a:t>The AI job-hunt platform that applies in your voice — not spray-and-pray.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00"/>
                </a:solidFill>
              </a:rPr>
              <a:t>Find better jobs · Tailor every application · Build a standout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3C9"/>
                </a:solidFill>
              </a:rPr>
              <a:t>Client Pitch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seekers are drowning — and today's AI tools make it worse.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1F1B2B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Generic output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Every volume tool spits out cookie-cutter resumes. The applicant's personality is lost.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1F1B2B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Off-target matches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Bots surface irrelevant roles and apply to jobs outside the filters.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1F1B2B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06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Ban risk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Blind auto-apply violates job-site terms — getting users suspended.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212080" cy="1645920"/>
          </a:xfrm>
          <a:prstGeom prst="roundRect">
            <a:avLst>
              <a:gd name="adj" fmla="val 5556"/>
            </a:avLst>
          </a:prstGeom>
          <a:solidFill>
            <a:srgbClr val="1F1B2B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Paywalled help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70916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The best features are locked behind $40/mo plans.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F5B80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over volume. Personalized, human-in-the-loop, all in one 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3C9"/>
                </a:solidFill>
              </a:rPr>
              <a:t>The Applicant is a complete, AI-powered career command center — it finds the right jobs, tailors every application in the user's own voice, and helps them apply with confidence, safely.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800"/>
                </a:solidFill>
              </a:rPr>
              <a:t>Personal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Writes in your voice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800"/>
                </a:solidFill>
              </a:rPr>
              <a:t>Precise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4572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Relevance-scored matches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800"/>
                </a:solidFill>
              </a:rPr>
              <a:t>Complete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4572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Resume → apply → track → grow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365760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800"/>
                </a:solidFill>
              </a:rPr>
              <a:t>Safe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45720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ToS-compliant, no ban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full-stack toolkit — not a single trick.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AI Optimizer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Tailor resumes, cover letters, ATS scoring, skill-gap analysis, career coach.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737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Voice Profiles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The AI learns your tone so every document sounds authentically like you.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Smart Job Search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Multiple compliant sources, relevance ranking, salary &amp; recency filters.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880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Portfolio Builder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Interactive, templated self-marketing page you can share with interviewers.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Career Builder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Simulate your path, milestones, and the certifications that make you competitive.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4023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Learning Center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Turn saved articles &amp; tips into a personalized action plan.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166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Assisted Apply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AI drafts tailored materials; you review and submit — safe one-click autofill.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51663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B800"/>
                </a:solidFill>
              </a:rPr>
              <a:t>Application Tracker  </a:t>
            </a:r>
            <a:pPr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Full pipeline from draft to offer, with live dashboard metrics.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others miss — and we deliver.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47472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The Applicant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Typical rivals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Writes in your voice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Yes — voice profiles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Generic templates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Relevance-scored matches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Often off-target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ATS scoring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Multi-factor, live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Rare or paywalled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Portfolio + Career builder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Auto-apply safety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Human-in-the-loop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Ban-risk automation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All features accessible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Generous tiers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9B3C9"/>
                          </a:solidFill>
                        </a:rPr>
                        <a:t>Best locked at ~$40/mo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3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F5B80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applications. Better results. Less burnout.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</a:rPr>
              <a:t>Every doc, tailored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Applications that actually match the job — and sound like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560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</a:rPr>
              <a:t>Higher signal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Relevance + quality filters put strong, well-paid roles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F1B2B"/>
          </a:solidFill>
          <a:ln w="9525">
            <a:solidFill>
              <a:srgbClr val="F5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5603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</a:rPr>
              <a:t>Time back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3383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does the drafting; you keep control and credibility.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B3C9"/>
                </a:solidFill>
              </a:rPr>
              <a:t>Built for candidates who want to stand out — not blend into the pile.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 care with your data.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Passwords hashed (scrypt); sessions in secure HttpOnly cookies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578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Strict per-user data isolation; role-based admin controls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2369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2369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Secrets server-side only — never in the browser or code repo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953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89534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TLS in transit, encryption at rest; PCI handled by Stripe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5537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45537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ToS-compliant job sourcing; no scraping, no headless auto-submit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212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Self-service data export &amp; account deletion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tiers. Real value at every level.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1F1B2B"/>
          </a:solidFill>
          <a:ln w="15875">
            <a:solidFill>
              <a:srgbClr val="2A2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2440"/>
                </a:solidFill>
              </a:rPr>
              <a:t>Free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Get started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Job search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Learning Center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1 profile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1F1B2B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</a:rPr>
              <a:t>Basic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Serious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2004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in Free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AI Optimizer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Assisted apply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Portfolio &amp; Career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Up to 3 profiles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1F1B2B"/>
          </a:solidFill>
          <a:ln w="15875">
            <a:solidFill>
              <a:srgbClr val="F5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103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00"/>
                </a:solidFill>
              </a:rPr>
              <a:t>Pro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3C9"/>
                </a:solidFill>
              </a:rPr>
              <a:t>Full power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58200" y="320040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Everything in Basic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Auto-apply (guided)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Up to 25 profiles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Priority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The Applicant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C9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572000" cy="4572000"/>
          </a:xfrm>
          <a:prstGeom prst="ellipse">
            <a:avLst/>
          </a:prstGeom>
          <a:solidFill>
            <a:srgbClr val="F5B80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smarter. Stand out. Get hired.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00"/>
                </a:solidFill>
              </a:rPr>
              <a:t>The Applicant — the job-hunt platform that markets you, in your voice.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3C9"/>
                </a:solidFill>
              </a:rPr>
              <a:t>Let's get your candidates hired faster.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The Applicant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Applicant — Pitch Deck</dc:title>
  <dc:subject>PptxGenJS Presentation</dc:subject>
  <dc:creator>The Applicant</dc:creator>
  <cp:lastModifiedBy>The Applicant</cp:lastModifiedBy>
  <cp:revision>1</cp:revision>
  <dcterms:created xsi:type="dcterms:W3CDTF">2026-08-27T20:38:24Z</dcterms:created>
  <dcterms:modified xsi:type="dcterms:W3CDTF">2026-08-27T20:38:24Z</dcterms:modified>
</cp:coreProperties>
</file>